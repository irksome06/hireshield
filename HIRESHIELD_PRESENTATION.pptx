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  <a:latin typeface="Arial"/>
              </a:defRPr>
            </a:pPr>
            <a:r>
              <a:t>🛡️ HIRESHIELD</a:t>
            </a:r>
          </a:p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Zero-Trust Recruitment Defense &amp; Job Scam Intelligence</a:t>
            </a:r>
          </a:p>
          <a:p>
            <a:br/>
            <a:pPr algn="ctr">
              <a:defRPr sz="1400">
                <a:solidFill>
                  <a:srgbClr val="94A3B8"/>
                </a:solidFill>
                <a:latin typeface="Arial"/>
              </a:defRPr>
            </a:pPr>
            <a:r>
              <a:t>Deterministic Risk Scoring • Multi-Modal OCR • Real-Time DNS/MX Telemetry • Cryptographic Job Passports</a:t>
            </a:r>
          </a:p>
          <a:p>
            <a:br/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Live Demo: https://hireshield-ro6i.onrender.com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THE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$3.8B Recruitment Fraud Epidemic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Job seekers and students face sophisticated, organized cyber fraud.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Arial"/>
              </a:defRPr>
            </a:pPr>
            <a:r>
              <a:t>💸 Advance-Fee Equipment Scams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Scammers send fake $3,000+ PDF checks, instructing victims to wire back $400 via Zelle/Wire to a fake vendor.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39319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Arial"/>
              </a:defRPr>
            </a:pPr>
            <a:r>
              <a:t>🌐 Typo-Squatted Domains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Attackers register disposable .top / .xyz domains (e.g. stripe-careers.top) to mimic verified Fortune 500 portals.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39319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Arial"/>
              </a:defRPr>
            </a:pPr>
            <a:r>
              <a:t>💬 Telegram &amp; Anonymity Traps</a:t>
            </a:r>
          </a:p>
          <a:p>
            <a:br/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Recruiters deflect candidates to unmonitored Telegram/WhatsApp handles to evade enterprise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HireShield 5-Stage Multi-Vector Pipeline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Deterministic verification replacing black-box AI guesswork.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  <a:latin typeface="Arial"/>
              </a:defRPr>
            </a:pPr>
            <a:r>
              <a:t>1. Multi-Modal Ingestion: </a:t>
            </a:r>
            <a:r>
              <a:rPr b="0" sz="1300">
                <a:solidFill>
                  <a:srgbClr val="FFFFFF"/>
                </a:solidFill>
              </a:rPr>
              <a:t>Text, URLs, Offer Letter PDFs &amp; Screenshots (Pytesseract OCR + Gemini Vision).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7315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  <a:latin typeface="Arial"/>
              </a:defRPr>
            </a:pPr>
            <a:r>
              <a:t>2. Dual-Engine Extraction: </a:t>
            </a:r>
            <a:r>
              <a:rPr b="0" sz="1300">
                <a:solidFill>
                  <a:srgbClr val="FFFFFF"/>
                </a:solidFill>
              </a:rPr>
              <a:t>Google Gemini 1.5 JSON Schema extraction with zero-crash regex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7315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7588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  <a:latin typeface="Arial"/>
              </a:defRPr>
            </a:pPr>
            <a:r>
              <a:t>3. Deep DNS/MX Forensics: </a:t>
            </a:r>
            <a:r>
              <a:rPr b="0" sz="1300">
                <a:solidFill>
                  <a:srgbClr val="FFFFFF"/>
                </a:solidFill>
              </a:rPr>
              <a:t>Real-time DNS MX server checks, domain mismatch validation &amp; TLD abuse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698480" cy="7315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4456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  <a:latin typeface="Arial"/>
              </a:defRPr>
            </a:pPr>
            <a:r>
              <a:t>4. Deterministic Risk Engine: </a:t>
            </a:r>
            <a:r>
              <a:rPr b="0" sz="1300">
                <a:solidFill>
                  <a:srgbClr val="FFFFFF"/>
                </a:solidFill>
              </a:rPr>
              <a:t>Explainable 0-100 mathematical deduction ledger (-40, -25, -20, -15 penalties).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1324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  <a:latin typeface="Arial"/>
              </a:defRPr>
            </a:pPr>
            <a:r>
              <a:t>5. Job Trust Passport™: </a:t>
            </a:r>
            <a:r>
              <a:rPr b="0" sz="1300">
                <a:solidFill>
                  <a:srgbClr val="FFFFFF"/>
                </a:solidFill>
              </a:rPr>
              <a:t>Cryptographically notarized digital passport with SHA-256 hash &amp; PDF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Deterministic Scoring Wins Over Black-Box AI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Mathematical transparency builds candidate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E1526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❌ Typical Black-Box LLM Approach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Vague warnings: 'This email feels suspicious.'</a:t>
            </a:r>
            <a:br/>
            <a:r>
              <a:t>• Hallucinations &amp; inconsistent scores.</a:t>
            </a:r>
            <a:br/>
            <a:r>
              <a:t>• No verifiable network or domain evidence.</a:t>
            </a:r>
            <a:br/>
            <a:r>
              <a:t>• Fails when API quotas or internet drops.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0E15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✅ HireShield Zero-Trust Engine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Base 100 PTS with explicit mathematical deductions:</a:t>
            </a:r>
            <a:br/>
            <a:r>
              <a:t>  - -40 PTS: Advance Equipment Check Demand</a:t>
            </a:r>
            <a:br/>
            <a:r>
              <a:t>  - -25 PTS: High-Risk .top/.xyz Domain</a:t>
            </a:r>
            <a:br/>
            <a:r>
              <a:t>  - -20 PTS: Recruiter MX vs Corporate Mismatch</a:t>
            </a:r>
            <a:br/>
            <a:r>
              <a:t>• Live DNS MX server handshake proof.</a:t>
            </a:r>
            <a:br/>
            <a:r>
              <a:t>• Offline-resilient regex fallback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PRODUCT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Comprehensive Feature Suite &amp; User Experience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Built for intuitive candidate safety across web and mobile.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182880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🖥️ 3D Interactive Terminal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CSS 3D perspective matrix with clamshell hinge and gyro cursor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5212080" cy="182880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94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📸 Multi-Modal OCR Scanner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Drop screenshots of offer letters/emails for instant text and entity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182880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🏢 Verified Enterprise Directory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Search pre-verified companies (Stripe, Google, Razorpay) with active MX domains.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114800"/>
            <a:ext cx="5212080" cy="182880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976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📜 Job Trust Passport™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Export tamper-proof PDF credentials signed with cryptographic SHA-256 hashes.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MARKET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Business Model &amp; Expansion Strategy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Scalable multi-channel defense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B2C Pro Subscriptions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Free quick scans for job seekers; Pro tier with unlimited batch OCR &amp; Chrome extension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39319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B2B Job Board Verification API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API integration with LinkedIn, Unstop, and Internshala to pre-verify job postings with Trust Passports.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011680"/>
            <a:ext cx="3383280" cy="3931920"/>
          </a:xfrm>
          <a:prstGeom prst="roundRect">
            <a:avLst/>
          </a:prstGeom>
          <a:solidFill>
            <a:srgbClr val="0E1526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28600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Enterprise Brand Defense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Brand protection suite for Fortune 500 enterprises to monitor and takedown spoofed recruiter domains.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You! Try HireShield Live</a:t>
            </a:r>
          </a:p>
          <a:p>
            <a:br/>
            <a:pPr algn="ctr">
              <a:defRPr sz="1800">
                <a:solidFill>
                  <a:srgbClr val="06B6D4"/>
                </a:solidFill>
              </a:defRPr>
            </a:pPr>
            <a:r>
              <a:t>Protecting the Future of Work with Explainable Cyber Defense</a:t>
            </a:r>
          </a:p>
          <a:p>
            <a:br/>
            <a:pPr algn="ctr">
              <a:defRPr sz="1600" b="1">
                <a:solidFill>
                  <a:srgbClr val="10B981"/>
                </a:solidFill>
              </a:defRPr>
            </a:pPr>
            <a:r>
              <a:t>🌐 Live Web Application: https://hireshield-ro6i.onrender.com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📦 GitHub Repository: https://github.com/irksome06/HireShield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